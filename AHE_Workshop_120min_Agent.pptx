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28A5F5"/>
          </a:solidFill>
          <a:ln w="12700">
            <a:solidFill>
              <a:srgbClr val="28A5F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Copilot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从 IDE 助手到 Agent 工作流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D4FE"/>
                </a:solidFill>
              </a:rPr>
              <a:t>客户技术团队 Workshop · 120分钟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37490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内容覆盖：GHCP 操作讲解、IDE 使用、Agent Mode、最佳实践、Live Demo、动手实验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48920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8FF"/>
                </a:solidFill>
              </a:rPr>
              <a:t>目标：让学员知道什么时候用 Ask / Plan / Agent，并能完成一次完整实验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Workshop 目标与学习成果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657600" cy="1874520"/>
          </a:xfrm>
          <a:prstGeom prst="roundRect">
            <a:avLst>
              <a:gd name="adj" fmla="val 2439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07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理解产品能力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536192"/>
            <a:ext cx="3438144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从日常 IDE 辅助延伸到 Ask / Plan / Agent 工作流，理解 GitHub Copilot 在开发闭环中的位置。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3657600" cy="1874520"/>
          </a:xfrm>
          <a:prstGeom prst="roundRect">
            <a:avLst>
              <a:gd name="adj" fmla="val 2439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207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掌握使用路径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53128" y="1536192"/>
            <a:ext cx="3438144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知道什么时候用 Ask 解释代码、什么时候先 Plan 控制 scope、什么时候让 Agent 执行明确任务。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097280"/>
            <a:ext cx="3474720" cy="1874520"/>
          </a:xfrm>
          <a:prstGeom prst="roundRect">
            <a:avLst>
              <a:gd name="adj" fmla="val 2439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2070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完成实操闭环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1536192"/>
            <a:ext cx="3255264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基于实验手册独立完成一次 feature enhancement、补测试、运行验证。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48386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383280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适合对象：客户技术团队、架构师、技术负责人、核心开发成员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3995928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895344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强调“工作流与治理边界”，而不是只展示代码生成速度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" y="450799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407408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Demo 与 Lab 采用同一 ticket service 场景，降低学习切换成本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" y="50200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919472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实验结束后，学员应可独立复现 Ask → Plan → Agent 的最小闭环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120 分钟议程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291840" cy="56692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1188720"/>
            <a:ext cx="7955280" cy="56692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43584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环节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05072" y="1243584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讲解重点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755648"/>
            <a:ext cx="3291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755648"/>
            <a:ext cx="79552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801368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开场与目标对齐（10 min）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5072" y="1801368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Workshop 目标、受众定位、今天会交付什么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322576"/>
            <a:ext cx="329184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322576"/>
            <a:ext cx="795528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368296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GHCP 核心操作与 IDE 路径（20 min）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05072" y="2368296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Chat、Inline、Terminal、代码理解与协同方式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889504"/>
            <a:ext cx="3291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889504"/>
            <a:ext cx="79552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935224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Agent Mode 与工作流升级（20 min）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2935224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Ask / Plan / Agent、local / CLI / cloud、审批与自治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456432"/>
            <a:ext cx="329184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3456432"/>
            <a:ext cx="795528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502152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最佳实践与治理边界（15 min）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05072" y="3502152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任务拆分、prompt 结构、审批策略、风险控制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3291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4023360"/>
            <a:ext cx="79552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069080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Live Demo（20 min）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05072" y="4069080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在 ticket service 中完成一次 Ask → Plan → Agent 演示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590288"/>
            <a:ext cx="329184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4590288"/>
            <a:ext cx="7955280" cy="56692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636008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Hands-on Lab（30 min）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05072" y="4636008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学员跟随操作手册完成 priority filter 与 validation 任务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157216"/>
            <a:ext cx="3291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5157216"/>
            <a:ext cx="79552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202936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Q&amp;A 与落地建议（5 min）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05072" y="5202936"/>
            <a:ext cx="7808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从试点任务到团队 adoption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C8FF"/>
                </a:solidFill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从 IDE 助手到 Agent 工作流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23774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FF"/>
                </a:solidFill>
              </a:rPr>
              <a:t>先把产品能力放到开发流程里，而不是孤立地介绍单个功能。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337560"/>
            <a:ext cx="4114800" cy="0"/>
          </a:xfrm>
          <a:prstGeom prst="line">
            <a:avLst/>
          </a:prstGeom>
          <a:noFill/>
          <a:ln w="25400">
            <a:solidFill>
              <a:srgbClr val="28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4406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E8"/>
                </a:solidFill>
              </a:rPr>
              <a:t>GitHub Copilot · IDE + Agents + Best Practices + Demo + Hands-on Lab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Copilot 在技术团队中的三层价值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44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第 1 层：即时辅助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1673352"/>
            <a:ext cx="339242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代码补全、注释生成、解释代码、写测试样例。适合个人开发的瞬时问题。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344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第 2 层：结构化协作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07408" y="1673352"/>
            <a:ext cx="339242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通过 Chat 明确目标、审查方案、生成分步计划。适合“先讨论，再动手”。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23444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344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第 3 层：任务代理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10728" y="1673352"/>
            <a:ext cx="339242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Agent 跨文件执行、运行命令、回看结果并纠错。适合边界清晰的小到中型任务。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1538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14800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Workshop 的主线：从“问问题”走向“交任务”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69087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590288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并不是所有场景都应该直接 Agent：解释型问题更适合 Ask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065776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技术团队真正需要的是“生产力 + 治理边界”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 使用主线：从理解到执行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926080" cy="658368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234440"/>
            <a:ext cx="8138160" cy="658368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28930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使用形态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85032" y="1289304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适用场景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892808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892808"/>
            <a:ext cx="81381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93852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Chat / 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85032" y="1938528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解释代码、理解项目、找入口、分析错误、识别 TODO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551176"/>
            <a:ext cx="292608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2551176"/>
            <a:ext cx="813816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5968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Inline / Edit Suggestions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85032" y="2596896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局部补全、重构片段、生成注释、优化命名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209544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3209544"/>
            <a:ext cx="81381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2552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3255264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把需求变成步骤，先锁定范围再执行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867912"/>
            <a:ext cx="292608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3867912"/>
            <a:ext cx="813816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391363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85032" y="3913632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跨文件改动、跑命令、补测试、验证结果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4526280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4526280"/>
            <a:ext cx="81381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57200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Terminal +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85032" y="4572000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把 agent 的输出纳入现有工程流程：测试、审查、提交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" y="5074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</a:rPr>
              <a:t>建议讲法：先建立“理解 → 规划 → 执行 → 验证”的主线，再把各个模式放入对应环节。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Agent Mode 核心概念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Reference: VS Code Copilot agents overview (2026-04)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3502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234440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Agent 是能围绕高层目标自主推进任务的 AI 助手：规划、改代码、跑命令、纠错、再验证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90195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01368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Agent loop 的关键是：理解任务 → 分解步骤 → 调用工具 → 观察结果 → 修正 → 结束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368296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对技术团队的价值，不是替代工程师，而是承担一段边界清晰的执行链路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7588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005072"/>
            <a:ext cx="3300984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只回答问题，不主动改文件。适合理解、调研、解释。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56616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367588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53128" y="4005072"/>
            <a:ext cx="3300984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先产出结构化实现方案，再决定是否交给执行型 agent。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356616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367588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Agent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65008" y="4005072"/>
            <a:ext cx="3300984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直接执行任务，跨文件修改并使用终端/工具完成闭环。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Agent 类型：local / CLI / cloud / third-party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80160"/>
            <a:ext cx="2468880" cy="786384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1280160"/>
            <a:ext cx="8961120" cy="786384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3502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类型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335024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适用定位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066544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066544"/>
            <a:ext cx="89611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1226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Local 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112264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交互式、贴近编辑器上下文，适合讨论、调试、逐步推进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2852928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248" y="2852928"/>
            <a:ext cx="896112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98648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Copilot CLI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898648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在本机后台执行，适合定义清楚的任务，让开发者继续做别的事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3639312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7248" y="3639312"/>
            <a:ext cx="89611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85032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Cloud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685032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远程执行，适合与 PR、issue、团队协作流程结合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4425696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27248" y="4425696"/>
            <a:ext cx="896112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71416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Third-party agents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4471416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当组织需要指定模型提供方或特定 agent harness 时使用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4983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</a:rPr>
              <a:t>建议讲法：先让客户技术团队记住“本地交互式”与“后台执行式”的区别，再引出 CLI / cloud 的扩展路径。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审批与自治：如何安全地用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898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Default Approvals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19072"/>
            <a:ext cx="32552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大多数团队的起点。读取与安全工具可自动通过，其他动作需要确认。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3898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Bypass Approvals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32552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适合边界明确、影响范围可控的任务，提高执行效率。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3898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Autopilot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6448" y="1719072"/>
            <a:ext cx="32552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更高自治，适合标准化流程，但必须搭配清晰 guardrails。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4106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4048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对客户技术团队要明确说明：权限不是“越高越好”，而是“是否与任务边界匹配”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41655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315968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建议先从小仓库、小任务、默认审批开始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791456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让 agent 改代码前，先把验收标准说清楚：改哪些文件、补哪些测试、如何验证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最佳实践：技术团队最该讲清楚什么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2646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2588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任务表达要具体：目标、范围、约束、验收标准、验证方式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197510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7452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优先让 Agent 处理边界清晰的小任务，再逐步扩大到中型任务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252374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42316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把 Ask / Plan / Agent 当作一个组合，而不是单选题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307238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97180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对高风险仓库保留审批，对重复性任务逐步提高自治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62102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52044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要求 Agent 在完成后运行测试或给出可验证结果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06908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保留工程师审查权：生成结果 != 可直接进入生产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C8FF"/>
                </a:solidFill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Live Demo 与 Hands-on Lab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23774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FF"/>
                </a:solidFill>
              </a:rPr>
              <a:t>同一业务场景贯穿 Demo 和实验，降低认知切换。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337560"/>
            <a:ext cx="4114800" cy="0"/>
          </a:xfrm>
          <a:prstGeom prst="line">
            <a:avLst/>
          </a:prstGeom>
          <a:noFill/>
          <a:ln w="25400">
            <a:solidFill>
              <a:srgbClr val="28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4406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E8"/>
                </a:solidFill>
              </a:rPr>
              <a:t>GitHub Copilot · IDE + Agents + Best Practices + Demo + Hands-on Lab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场景：Customer Support Ticket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344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项目现状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673352"/>
            <a:ext cx="343814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一个简化版 Express API，支持 list / create / update status。代码可快速理解，适合现场演示。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344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演示目标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673352"/>
            <a:ext cx="343814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新增 /tickets/summary，返回按 status 与 priority 聚合后的统计结果。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234440"/>
            <a:ext cx="3246120" cy="201168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34416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展示重点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673352"/>
            <a:ext cx="30266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Ask → Plan → Agent、审批、测试验证、讲师解释治理边界。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94106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Ask：解释项目并识别 TODO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" y="4453128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Plan：先产出实现步骤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" y="496519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64608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Agent：跨文件修改、补测试、跑 npm test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" y="54772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376672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讲师补充：什么时候适合 local agent，什么时候可以 handoff 到 CLI / cloud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Prompt 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0700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Ask Prompt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536192"/>
            <a:ext cx="339242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Explain this project as if I just joined the team. Focus on API surface, data model, and obvious TODOs.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09728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20700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Plan Prompt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1536192"/>
            <a:ext cx="339242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Create a plan to add a GET /tickets/summary endpoint with grouped counts and tests.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1097280"/>
            <a:ext cx="3429000" cy="1828800"/>
          </a:xfrm>
          <a:prstGeom prst="roundRect">
            <a:avLst>
              <a:gd name="adj" fmla="val 2500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2070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Agent Prompt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2168" y="1536192"/>
            <a:ext cx="320954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Implement the /tickets/summary endpoint, add tests, and run the test suite.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80390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03320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现场提示：如果 agent 任务过大，立即缩小目标范围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" y="43342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33672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现场提示：把“run tests when finished”写进 prompt，帮助形成闭环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" y="4864608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64024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现场提示：Demo 价值在工作流，不在于 prompt 写得多花哨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Hands-on Lab 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377440" cy="7498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325880"/>
            <a:ext cx="8778240" cy="7498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8074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实验环节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36392" y="138074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学员动作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075688"/>
            <a:ext cx="2377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075688"/>
            <a:ext cx="8778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121408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Task 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36392" y="2121408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实现 GET /tickets 的 priority 过滤，并补测试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25496"/>
            <a:ext cx="23774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2825496"/>
            <a:ext cx="87782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Task 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36392" y="2871216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为 POST /tickets 增加 title / customer / priority 校验，并补测试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575304"/>
            <a:ext cx="2377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3575304"/>
            <a:ext cx="8778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62102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验证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36392" y="362102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运行 npm test；如需额外验证，可启动服务并用 Invoke-RestMethod 调用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325112"/>
            <a:ext cx="23774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4325112"/>
            <a:ext cx="87782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37083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复盘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36392" y="437083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讨论 Ask / Plan / Agent 在本实验中分别承担了什么角色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</a:rPr>
              <a:t>实验手册原则：每一步都给出推荐 prompt、预期现象、验证命令，确保学员可以独立完成。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实验引导话术：学员要学会的不是“一个 prompt”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26464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25880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先 Ask：理解系统与待办项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048256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947672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再 Plan：把任务拆成清楚步骤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569464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再 Agent：执行边界清晰的变更，并要求测试验证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191256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最后 Review：检查改动范围、运行结果、是否符合团队规范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7240" y="3913632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13048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这套流程可以迁移到真实项目中的 bug fix、小功能增强、测试补齐等任务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落地建议：从 Workshop 到团队试点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35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第 1 步：选择试点任务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764792"/>
            <a:ext cx="32552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从低风险、边界清晰、可测试的小任务开始，例如补测试、加小接口、修局部 bug。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435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第 2 步：确定治理方式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53128" y="1764792"/>
            <a:ext cx="32552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决定哪些仓库保留审批，哪些任务允许更高自治，谁来 review 结果。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32588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435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第 3 步：沉淀团队模板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10728" y="1764792"/>
            <a:ext cx="32552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积累常见 prompt 模板、实验脚本、review 清单、handoff 方式。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3250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3192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Workshop 的目标不是一次性讲完所有能力，而是让团队拿到一条清晰的采用路径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5628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62272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客户技术团队通常最关心：可控性、验证性、与现有工程流程的兼容性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附录：交付清单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468880" cy="786384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325880"/>
            <a:ext cx="8686800" cy="786384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8074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资产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27832" y="1380744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112264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2112264"/>
            <a:ext cx="868680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15798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PPT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832" y="2157984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120 分钟 workshop deck，覆盖 IDE、agent mode、best practices、demo、lab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2898648"/>
            <a:ext cx="868680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944368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讲师 Demo 脚本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2944368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包含时间分配、推荐 prompts、话术和备用方案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685032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3685032"/>
            <a:ext cx="868680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30752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实验操作手册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27832" y="3730752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学员可逐步执行的 Ask / Plan / Agent 实验说明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471416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4471416"/>
            <a:ext cx="868680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17136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Lab Starter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27832" y="4517136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可直接打开并运行的 Node.js ticket service 项目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24688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建议收尾问题：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1. 你会先在哪类任务中试点 Agent？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2. 你们更适合从 Default Approvals 还是 Bypass Approvals 开始？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3. 哪些任务仍然更适合 Ask / Plan？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" y="5852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E8"/>
                </a:solidFill>
              </a:rPr>
              <a:t>GitHub Copilot Workshop Draft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从 IDE 助手到 Agent 工作流</dc:title>
  <dc:subject>GitHub Copilot customer workshop with agent mode</dc:subject>
  <dc:creator>GitHub Copilot CLI</dc:creator>
  <cp:lastModifiedBy>GitHub Copilot CLI</cp:lastModifiedBy>
  <cp:revision>1</cp:revision>
  <dcterms:created xsi:type="dcterms:W3CDTF">2026-04-12T08:06:45Z</dcterms:created>
  <dcterms:modified xsi:type="dcterms:W3CDTF">2026-04-12T08:06:45Z</dcterms:modified>
</cp:coreProperties>
</file>